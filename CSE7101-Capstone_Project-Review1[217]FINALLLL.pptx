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69" r:id="rId3"/>
    <p:sldId id="257" r:id="rId4"/>
    <p:sldId id="273" r:id="rId5"/>
    <p:sldId id="268" r:id="rId6"/>
    <p:sldId id="272" r:id="rId7"/>
    <p:sldId id="271"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t>Automatic Change Detection in Synthetic Aperture Radar Satellite Images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a:t>
            </a:r>
            <a:r>
              <a:rPr lang="en-GB" sz="1800">
                <a:latin typeface="Cambria" panose="02040503050406030204" pitchFamily="18" charset="0"/>
                <a:ea typeface="Cambria" panose="02040503050406030204" pitchFamily="18" charset="0"/>
              </a:rPr>
              <a:t>Number: IST_19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b="1" dirty="0" err="1"/>
              <a:t>Mr.Kirubakaran</a:t>
            </a:r>
            <a:r>
              <a:rPr lang="en-IN" b="1" dirty="0"/>
              <a:t> N</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45820063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20221IST0058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Bhagya Vanagerimath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20221IST0072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Sanjana C Rao</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20221IST0083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Yashaswini Devaraj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IN" sz="1800" b="1" dirty="0"/>
              <a:t>Ms. Benitha </a:t>
            </a:r>
            <a:r>
              <a:rPr lang="en-IN" sz="1800" b="1" dirty="0" err="1"/>
              <a:t>Christinal</a:t>
            </a:r>
            <a:r>
              <a:rPr lang="en-IN" sz="1800" b="1" dirty="0"/>
              <a:t> 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Number:217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a:t>
            </a:r>
            <a:r>
              <a:rPr lang="en-IN" dirty="0"/>
              <a:t>Presidency University</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a:t>
            </a:r>
            <a:r>
              <a:rPr lang="en-IN" dirty="0"/>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a:t>
            </a:r>
            <a:r>
              <a:rPr lang="en-US" sz="2000" dirty="0"/>
              <a:t>Monitoring land changes such as deforestation, urban expansion, or flood impact is crucial for planning and disaster management. Traditional change detection methods using optical images often fail due to cloud cover. Synthetic Aperture Radar (SAR) overcomes this limitation, but detecting changes automatically in SAR images is challenging because of noise (speckle) and data complexity. This project focuses on developing a simple, automated method to detect and highlight changes between multi-temporal SAR satellite images.</a:t>
            </a:r>
            <a:endParaRPr lang="en-US"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Programming Language:</a:t>
            </a:r>
            <a:r>
              <a:rPr lang="en-US" altLang="en-US" dirty="0">
                <a:solidFill>
                  <a:schemeClr val="tx1"/>
                </a:solidFill>
                <a:latin typeface="Arial" panose="020B0604020202020204" pitchFamily="34" charset="0"/>
              </a:rPr>
              <a:t> Python (for implementation)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Libraries/Frameworks:</a:t>
            </a:r>
            <a:r>
              <a:rPr lang="en-US" altLang="en-US" dirty="0">
                <a:solidFill>
                  <a:schemeClr val="tx1"/>
                </a:solidFill>
                <a:latin typeface="Arial" panose="020B0604020202020204" pitchFamily="34" charset="0"/>
              </a:rPr>
              <a:t> OpenCV, NumPy, scikit-image, Matplotlib (for image processing &amp; visualization)</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Data Source:</a:t>
            </a:r>
            <a:r>
              <a:rPr lang="en-US" altLang="en-US" dirty="0">
                <a:solidFill>
                  <a:schemeClr val="tx1"/>
                </a:solidFill>
                <a:latin typeface="Arial" panose="020B0604020202020204" pitchFamily="34" charset="0"/>
              </a:rPr>
              <a:t> Open-access SAR satellite images (e.g., Sentinel-1 from Copernicus)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Tools:</a:t>
            </a:r>
            <a:r>
              <a:rPr lang="en-US" altLang="en-US" dirty="0">
                <a:solidFill>
                  <a:schemeClr val="tx1"/>
                </a:solidFill>
                <a:latin typeface="Arial" panose="020B0604020202020204" pitchFamily="34" charset="0"/>
              </a:rPr>
              <a:t> </a:t>
            </a:r>
            <a:r>
              <a:rPr lang="en-US" altLang="en-US" dirty="0" err="1">
                <a:solidFill>
                  <a:schemeClr val="tx1"/>
                </a:solidFill>
                <a:latin typeface="Arial" panose="020B0604020202020204" pitchFamily="34" charset="0"/>
              </a:rPr>
              <a:t>Jupyter</a:t>
            </a:r>
            <a:r>
              <a:rPr lang="en-US" altLang="en-US" dirty="0">
                <a:solidFill>
                  <a:schemeClr val="tx1"/>
                </a:solidFill>
                <a:latin typeface="Arial" panose="020B0604020202020204" pitchFamily="34" charset="0"/>
              </a:rPr>
              <a:t> Notebook / Google </a:t>
            </a:r>
            <a:r>
              <a:rPr lang="en-US" altLang="en-US" dirty="0" err="1">
                <a:solidFill>
                  <a:schemeClr val="tx1"/>
                </a:solidFill>
                <a:latin typeface="Arial" panose="020B0604020202020204" pitchFamily="34" charset="0"/>
              </a:rPr>
              <a:t>Colab</a:t>
            </a:r>
            <a:r>
              <a:rPr lang="en-US" altLang="en-US" dirty="0">
                <a:solidFill>
                  <a:schemeClr val="tx1"/>
                </a:solidFill>
                <a:latin typeface="Arial" panose="020B0604020202020204" pitchFamily="34" charset="0"/>
              </a:rPr>
              <a:t> (for coding &amp; demo)</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https://github.com/Bhagyaaaaa/Automatic-Change-Detection-SAR.git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r>
              <a:rPr lang="en-IN" b="1" dirty="0"/>
              <a:t>Software Requirements:</a:t>
            </a:r>
            <a:endParaRPr lang="en-IN" dirty="0"/>
          </a:p>
          <a:p>
            <a:r>
              <a:rPr lang="en-IN" dirty="0"/>
              <a:t>Operating System: Windows / Linux</a:t>
            </a:r>
          </a:p>
          <a:p>
            <a:r>
              <a:rPr lang="en-IN" dirty="0"/>
              <a:t>Programming Language: Python</a:t>
            </a:r>
          </a:p>
          <a:p>
            <a:r>
              <a:rPr lang="en-IN" dirty="0"/>
              <a:t>Libraries: OpenCV, NumPy, scikit-image, Matplotlib</a:t>
            </a:r>
          </a:p>
          <a:p>
            <a:r>
              <a:rPr lang="en-IN" dirty="0"/>
              <a:t>Tools: </a:t>
            </a:r>
            <a:r>
              <a:rPr lang="en-IN" dirty="0" err="1"/>
              <a:t>Jupyter</a:t>
            </a:r>
            <a:r>
              <a:rPr lang="en-IN" dirty="0"/>
              <a:t> Notebook / Google </a:t>
            </a:r>
            <a:r>
              <a:rPr lang="en-IN" dirty="0" err="1"/>
              <a:t>Colab</a:t>
            </a:r>
            <a:endParaRPr lang="en-IN" dirty="0"/>
          </a:p>
          <a:p>
            <a:r>
              <a:rPr lang="en-IN" b="1" dirty="0"/>
              <a:t>Hardware Requirements:</a:t>
            </a:r>
            <a:endParaRPr lang="en-IN" dirty="0"/>
          </a:p>
          <a:p>
            <a:r>
              <a:rPr lang="en-IN" dirty="0"/>
              <a:t>Processor: Minimum i3 or equivalent</a:t>
            </a:r>
          </a:p>
          <a:p>
            <a:r>
              <a:rPr lang="en-IN" dirty="0"/>
              <a:t>RAM: 4 GB (8 GB recommended)</a:t>
            </a:r>
          </a:p>
          <a:p>
            <a:r>
              <a:rPr lang="en-IN" dirty="0"/>
              <a:t>Storage: 2 GB free space</a:t>
            </a:r>
          </a:p>
          <a:p>
            <a:r>
              <a:rPr lang="en-IN" dirty="0"/>
              <a:t>GPU (optional): For faster image processing</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E47090B2-BEB4-9989-F8BC-B354CD45E26D}"/>
              </a:ext>
            </a:extLst>
          </p:cNvPr>
          <p:cNvSpPr>
            <a:spLocks noGrp="1" noChangeArrowheads="1"/>
          </p:cNvSpPr>
          <p:nvPr>
            <p:ph type="body" idx="1"/>
          </p:nvPr>
        </p:nvSpPr>
        <p:spPr bwMode="auto">
          <a:xfrm>
            <a:off x="394283" y="1317676"/>
            <a:ext cx="95596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Manual change detection in SAR satellite images is time-consuming and prone to errors.</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Noise (like speckle) in SAR images makes it difficult to detect changes accurately.</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Existing methods are either too complex or require high computational power.</a:t>
            </a:r>
          </a:p>
          <a:p>
            <a:pPr marL="0" lvl="0" indent="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There is a need for a </a:t>
            </a:r>
            <a:r>
              <a:rPr lang="en-US" altLang="en-US" b="1" dirty="0">
                <a:solidFill>
                  <a:schemeClr val="tx1"/>
                </a:solidFill>
                <a:latin typeface="Arial" panose="020B0604020202020204" pitchFamily="34" charset="0"/>
              </a:rPr>
              <a:t>simple, automated, and efficient method</a:t>
            </a:r>
            <a:r>
              <a:rPr lang="en-US" altLang="en-US" dirty="0">
                <a:solidFill>
                  <a:schemeClr val="tx1"/>
                </a:solidFill>
                <a:latin typeface="Arial" panose="020B0604020202020204" pitchFamily="34" charset="0"/>
              </a:rPr>
              <a:t> to detect changes in satellite images for applications like disaster monitoring, urban planning, and deforestation tracking.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15240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Timeline of the Project (Gantt Chart)</a:t>
            </a:r>
            <a:endParaRPr dirty="0">
              <a:solidFill>
                <a:schemeClr val="tx1"/>
              </a:solidFill>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1C569040-A7F2-D3C4-4D4F-5E26E8571188}"/>
              </a:ext>
            </a:extLst>
          </p:cNvPr>
          <p:cNvSpPr>
            <a:spLocks noGrp="1" noChangeArrowheads="1"/>
          </p:cNvSpPr>
          <p:nvPr>
            <p:ph type="body" idx="4294967295"/>
          </p:nvPr>
        </p:nvSpPr>
        <p:spPr bwMode="auto">
          <a:xfrm>
            <a:off x="0" y="1881188"/>
            <a:ext cx="7189788"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F02B98D-C83D-34D2-0AB5-BC6F92530B89}"/>
              </a:ext>
            </a:extLst>
          </p:cNvPr>
          <p:cNvSpPr txBox="1"/>
          <p:nvPr/>
        </p:nvSpPr>
        <p:spPr>
          <a:xfrm>
            <a:off x="981512" y="1526796"/>
            <a:ext cx="10033233" cy="3785652"/>
          </a:xfrm>
          <a:prstGeom prst="rect">
            <a:avLst/>
          </a:prstGeom>
          <a:noFill/>
        </p:spPr>
        <p:txBody>
          <a:bodyPr wrap="square" rtlCol="0">
            <a:spAutoFit/>
          </a:bodyPr>
          <a:lstStyle/>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1 – Problem Understanding &amp; Literature Review</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Study SAR satellite images and research existing change detection methods.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2 – Data Collection &amp; Preprocessing</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Collect sample SAR images, remove noise, and prepare data for analysis.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3 – Implementation of Change Detection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Apply simple methods like Image Differencing / Thresholding for detecting changes.</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4 – Testing &amp; Validation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Compare detected changes with ground truth or sample results to check accuracy.</a:t>
            </a:r>
          </a:p>
          <a:p>
            <a:pPr lvl="0" eaLnBrk="0" fontAlgn="base" hangingPunct="0">
              <a:spcBef>
                <a:spcPct val="0"/>
              </a:spcBef>
              <a:spcAft>
                <a:spcPct val="0"/>
              </a:spcAft>
              <a:buClrTx/>
              <a:buFontTx/>
              <a:buChar char="•"/>
            </a:pPr>
            <a:r>
              <a:rPr lang="en-US" altLang="en-US" sz="2000" b="1" dirty="0">
                <a:solidFill>
                  <a:schemeClr val="tx1"/>
                </a:solidFill>
                <a:latin typeface="Arial" panose="020B0604020202020204" pitchFamily="34" charset="0"/>
              </a:rPr>
              <a:t>Week 5 – Documentation &amp; Presentation Preparation</a:t>
            </a: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000" dirty="0">
                <a:solidFill>
                  <a:schemeClr val="tx1"/>
                </a:solidFill>
                <a:latin typeface="Arial" panose="020B0604020202020204" pitchFamily="34" charset="0"/>
              </a:rPr>
              <a:t>Prepare report, PPT slides, and finalize project demo.</a:t>
            </a:r>
          </a:p>
          <a:p>
            <a:pPr lvl="0" eaLnBrk="0" fontAlgn="base" hangingPunct="0">
              <a:spcBef>
                <a:spcPct val="0"/>
              </a:spcBef>
              <a:spcAft>
                <a:spcPct val="0"/>
              </a:spcAft>
              <a:buClrTx/>
            </a:pPr>
            <a:endParaRPr lang="en-US" altLang="en-US" sz="2000" dirty="0">
              <a:solidFill>
                <a:schemeClr val="tx1"/>
              </a:solidFill>
              <a:latin typeface="Arial" panose="020B0604020202020204" pitchFamily="34" charset="0"/>
            </a:endParaRPr>
          </a:p>
          <a:p>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DB3FDBC4-06D2-897E-E9FF-3E25F11EDB97}"/>
              </a:ext>
            </a:extLst>
          </p:cNvPr>
          <p:cNvSpPr txBox="1"/>
          <p:nvPr/>
        </p:nvSpPr>
        <p:spPr>
          <a:xfrm>
            <a:off x="1568740" y="1400960"/>
            <a:ext cx="9102056" cy="3077766"/>
          </a:xfrm>
          <a:prstGeom prst="rect">
            <a:avLst/>
          </a:prstGeom>
          <a:noFill/>
        </p:spPr>
        <p:txBody>
          <a:bodyPr wrap="square" rtlCol="0">
            <a:spAutoFit/>
          </a:bodyPr>
          <a:lstStyle/>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X. Huang, L. Zhang, and P. Li, “An adaptive thresholding approach for change detection in SAR images,” </a:t>
            </a:r>
            <a:r>
              <a:rPr lang="en-US" altLang="en-US" sz="1800" i="1" dirty="0">
                <a:solidFill>
                  <a:schemeClr val="tx1"/>
                </a:solidFill>
                <a:latin typeface="Arial" panose="020B0604020202020204" pitchFamily="34" charset="0"/>
              </a:rPr>
              <a:t>IEEE Geoscience and Remote Sensing Letters</a:t>
            </a:r>
            <a:r>
              <a:rPr lang="en-US" altLang="en-US" sz="1800" dirty="0">
                <a:solidFill>
                  <a:schemeClr val="tx1"/>
                </a:solidFill>
                <a:latin typeface="Arial" panose="020B0604020202020204" pitchFamily="34" charset="0"/>
              </a:rPr>
              <a:t>, vol. 10, no. 2, pp. 307–311, Mar. 2013.</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altLang="en-US" sz="1800" dirty="0">
                <a:solidFill>
                  <a:schemeClr val="tx1"/>
                </a:solidFill>
                <a:latin typeface="Arial" panose="020B0604020202020204" pitchFamily="34" charset="0"/>
              </a:rPr>
              <a:t>M. Gong, H. Yang, and P. Zhang, “Change detection in synthetic aperture radar images based on deep learning,” </a:t>
            </a:r>
            <a:r>
              <a:rPr lang="en-US" altLang="en-US" sz="1800" i="1" dirty="0">
                <a:solidFill>
                  <a:schemeClr val="tx1"/>
                </a:solidFill>
                <a:latin typeface="Arial" panose="020B0604020202020204" pitchFamily="34" charset="0"/>
              </a:rPr>
              <a:t>IEEE Transactions on Neural Networks and Learning Systems</a:t>
            </a:r>
            <a:r>
              <a:rPr lang="en-US" altLang="en-US" sz="1800" dirty="0">
                <a:solidFill>
                  <a:schemeClr val="tx1"/>
                </a:solidFill>
                <a:latin typeface="Arial" panose="020B0604020202020204" pitchFamily="34" charset="0"/>
              </a:rPr>
              <a:t>, vol. 27, no. 1, pp. 125–138, Jan. 2016.</a:t>
            </a:r>
          </a:p>
          <a:p>
            <a:endParaRPr lang="en-US" altLang="en-US" sz="1800" dirty="0">
              <a:solidFill>
                <a:schemeClr val="tx1"/>
              </a:solidFill>
              <a:latin typeface="Arial" panose="020B0604020202020204" pitchFamily="34" charset="0"/>
            </a:endParaRPr>
          </a:p>
          <a:p>
            <a:pPr marL="285750" indent="-285750">
              <a:buFont typeface="Arial" panose="020B0604020202020204" pitchFamily="34" charset="0"/>
              <a:buChar char="•"/>
            </a:pPr>
            <a:r>
              <a:rPr lang="en-US" sz="1800" dirty="0"/>
              <a:t>Y. S. Rao and A. Singh, “Automated change detection in multitemporal SAR images using machine learning,” </a:t>
            </a:r>
            <a:r>
              <a:rPr lang="en-US" sz="1800" i="1" dirty="0"/>
              <a:t>Remote Sensing</a:t>
            </a:r>
            <a:r>
              <a:rPr lang="en-US" sz="1800" dirty="0"/>
              <a:t>, vol. 12, no. 5, pp. 845–856, 2020.</a:t>
            </a:r>
            <a:endParaRPr lang="en-US" altLang="en-US" sz="1800" dirty="0">
              <a:solidFill>
                <a:schemeClr val="tx1"/>
              </a:solidFill>
              <a:latin typeface="Arial" panose="020B0604020202020204" pitchFamily="34"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431</TotalTime>
  <Words>714</Words>
  <Application>Microsoft Office PowerPoint</Application>
  <PresentationFormat>Widescreen</PresentationFormat>
  <Paragraphs>106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Verdana</vt:lpstr>
      <vt:lpstr>Wingdings</vt:lpstr>
      <vt:lpstr>Bioinformatics</vt:lpstr>
      <vt:lpstr>Automatic Change Detection in Synthetic Aperture Radar Satellite Images</vt:lpstr>
      <vt:lpstr>Problem Statement Number:217 </vt:lpstr>
      <vt:lpstr>Content</vt:lpstr>
      <vt:lpstr>Analysis of Problem Statement</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Hey there!</cp:lastModifiedBy>
  <cp:revision>46</cp:revision>
  <dcterms:modified xsi:type="dcterms:W3CDTF">2025-08-21T09:52:03Z</dcterms:modified>
</cp:coreProperties>
</file>